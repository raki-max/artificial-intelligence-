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INTELLIGENCE 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spam email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clasiffer.using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08539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2117240030053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/>
                        <a:t>Rakesh jc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/>
                        <a:t>2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11/3/2025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667" y="818147"/>
            <a:ext cx="11692466" cy="590332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500" b="1" dirty="0"/>
              <a:t>    Introduction</a:t>
            </a:r>
          </a:p>
          <a:p>
            <a:r>
              <a:rPr lang="en-US" sz="4500" b="1" dirty="0"/>
              <a:t>Artificial Intelligence (AI)</a:t>
            </a:r>
            <a:r>
              <a:rPr lang="en-US" sz="4500" dirty="0"/>
              <a:t> helps machines think and make decisions like humans.</a:t>
            </a:r>
          </a:p>
          <a:p>
            <a:r>
              <a:rPr lang="en-US" sz="4500" b="1" dirty="0"/>
              <a:t>Machine Learning (ML)</a:t>
            </a:r>
            <a:r>
              <a:rPr lang="en-US" sz="4500" dirty="0"/>
              <a:t> allows systems to learn from data and improve automatically.</a:t>
            </a:r>
          </a:p>
          <a:p>
            <a:r>
              <a:rPr lang="en-US" sz="4500" dirty="0"/>
              <a:t>Millions of emails are sent daily — many are </a:t>
            </a:r>
            <a:r>
              <a:rPr lang="en-US" sz="4500" b="1" dirty="0"/>
              <a:t>spam</a:t>
            </a:r>
            <a:r>
              <a:rPr lang="en-US" sz="4500" dirty="0"/>
              <a:t>, which waste time or may contain harmful links.</a:t>
            </a:r>
          </a:p>
          <a:p>
            <a:r>
              <a:rPr lang="en-US" sz="4500" dirty="0"/>
              <a:t>This project uses </a:t>
            </a:r>
            <a:r>
              <a:rPr lang="en-US" sz="4500" b="1" dirty="0"/>
              <a:t>Logistic Regression</a:t>
            </a:r>
            <a:r>
              <a:rPr lang="en-US" sz="4500" dirty="0"/>
              <a:t> to classify emails as </a:t>
            </a:r>
            <a:r>
              <a:rPr lang="en-US" sz="4500" b="1" dirty="0"/>
              <a:t>Spam</a:t>
            </a:r>
            <a:r>
              <a:rPr lang="en-US" sz="4500" dirty="0"/>
              <a:t> or </a:t>
            </a:r>
            <a:r>
              <a:rPr lang="en-US" sz="4500" b="1" dirty="0"/>
              <a:t>Not Spam</a:t>
            </a:r>
            <a:r>
              <a:rPr lang="en-US" sz="4500" dirty="0"/>
              <a:t>.</a:t>
            </a:r>
          </a:p>
          <a:p>
            <a:r>
              <a:rPr lang="en-US" sz="4500" b="1" dirty="0"/>
              <a:t>Aim:</a:t>
            </a:r>
            <a:r>
              <a:rPr lang="en-US" sz="4500" dirty="0"/>
              <a:t> To build a simple, accurate, and efficient spam detection model.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sz="5500" dirty="0"/>
              <a:t>      </a:t>
            </a:r>
            <a:r>
              <a:rPr lang="en-US" sz="5500" b="1" dirty="0"/>
              <a:t>Problem Statement</a:t>
            </a:r>
          </a:p>
          <a:p>
            <a:r>
              <a:rPr lang="en-US" sz="4500" dirty="0"/>
              <a:t>Spam emails cause </a:t>
            </a:r>
            <a:r>
              <a:rPr lang="en-US" sz="4500" b="1" dirty="0"/>
              <a:t>inconvenience</a:t>
            </a:r>
            <a:r>
              <a:rPr lang="en-US" sz="4500" dirty="0"/>
              <a:t>, </a:t>
            </a:r>
            <a:r>
              <a:rPr lang="en-US" sz="4500" b="1" dirty="0"/>
              <a:t>phishing</a:t>
            </a:r>
            <a:r>
              <a:rPr lang="en-US" sz="4500" dirty="0"/>
              <a:t>, and </a:t>
            </a:r>
            <a:r>
              <a:rPr lang="en-US" sz="4500" b="1" dirty="0"/>
              <a:t>data theft</a:t>
            </a:r>
            <a:r>
              <a:rPr lang="en-US" sz="4500" dirty="0"/>
              <a:t>.</a:t>
            </a:r>
          </a:p>
          <a:p>
            <a:r>
              <a:rPr lang="en-US" sz="4500" dirty="0"/>
              <a:t>Manual filtering is </a:t>
            </a:r>
            <a:r>
              <a:rPr lang="en-US" sz="4500" b="1" dirty="0"/>
              <a:t>not practical</a:t>
            </a:r>
            <a:r>
              <a:rPr lang="en-US" sz="4500" dirty="0"/>
              <a:t>.</a:t>
            </a:r>
          </a:p>
          <a:p>
            <a:r>
              <a:rPr lang="en-US" sz="4500" dirty="0"/>
              <a:t>Need for an </a:t>
            </a:r>
            <a:r>
              <a:rPr lang="en-US" sz="4500" b="1" dirty="0"/>
              <a:t>automated system</a:t>
            </a:r>
            <a:r>
              <a:rPr lang="en-US" sz="4500" dirty="0"/>
              <a:t> that detects spam based on content.</a:t>
            </a:r>
          </a:p>
          <a:p>
            <a:r>
              <a:rPr lang="en-US" sz="4500" b="1" dirty="0"/>
              <a:t>Statement:</a:t>
            </a:r>
            <a:r>
              <a:rPr lang="en-US" sz="4500" dirty="0"/>
              <a:t> “Build a Machine Learning model that classifies emails as spam or not spam using Logistic Regression.”</a:t>
            </a:r>
          </a:p>
          <a:p>
            <a:pPr marL="0" indent="0">
              <a:buNone/>
            </a:pPr>
            <a:endParaRPr lang="en-US" sz="4500" b="1" dirty="0"/>
          </a:p>
          <a:p>
            <a:pPr marL="0" indent="0">
              <a:buNone/>
            </a:pPr>
            <a:r>
              <a:rPr lang="en-US" sz="4500" b="1" dirty="0"/>
              <a:t>     Goal / Expected Result</a:t>
            </a:r>
          </a:p>
          <a:p>
            <a:r>
              <a:rPr lang="en-US" sz="4000" dirty="0"/>
              <a:t>Develop an </a:t>
            </a:r>
            <a:r>
              <a:rPr lang="en-US" sz="4000" b="1" dirty="0"/>
              <a:t>Email Spam Classifier</a:t>
            </a:r>
            <a:r>
              <a:rPr lang="en-US" sz="4000" dirty="0"/>
              <a:t> using </a:t>
            </a:r>
            <a:r>
              <a:rPr lang="en-US" sz="4000" b="1" dirty="0"/>
              <a:t>Logistic Regression</a:t>
            </a:r>
            <a:r>
              <a:rPr lang="en-US" sz="4000" dirty="0"/>
              <a:t>.</a:t>
            </a:r>
          </a:p>
          <a:p>
            <a:r>
              <a:rPr lang="en-US" sz="4000" b="1" dirty="0"/>
              <a:t>Expected Outcomes:</a:t>
            </a:r>
            <a:endParaRPr lang="en-US" sz="4000" dirty="0"/>
          </a:p>
          <a:p>
            <a:pPr lvl="1"/>
            <a:r>
              <a:rPr lang="en-US" sz="4000" dirty="0"/>
              <a:t>Accurate spam detection.</a:t>
            </a:r>
          </a:p>
          <a:p>
            <a:pPr lvl="1"/>
            <a:r>
              <a:rPr lang="en-US" sz="4000" dirty="0"/>
              <a:t>Reduced unwanted messages.</a:t>
            </a:r>
          </a:p>
          <a:p>
            <a:pPr lvl="1"/>
            <a:r>
              <a:rPr lang="en-US" sz="4000" dirty="0"/>
              <a:t>Improved email security and productivity.</a:t>
            </a:r>
          </a:p>
          <a:p>
            <a:r>
              <a:rPr lang="en-US" sz="4000" dirty="0"/>
              <a:t>Shows how </a:t>
            </a:r>
            <a:r>
              <a:rPr lang="en-US" sz="4000" b="1" dirty="0"/>
              <a:t>AI and ML</a:t>
            </a:r>
            <a:r>
              <a:rPr lang="en-US" sz="4000" dirty="0"/>
              <a:t> solve real-world communication problems</a:t>
            </a:r>
            <a:r>
              <a:rPr lang="en-US" sz="3500" dirty="0"/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3" y="818147"/>
            <a:ext cx="11133667" cy="5903327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sz="2200" b="1" dirty="0"/>
              <a:t>Theoretical Background &amp; Algorithm Explanation</a:t>
            </a:r>
          </a:p>
          <a:p>
            <a:r>
              <a:rPr lang="en-US" sz="1900" dirty="0"/>
              <a:t>Spam email classification is a Machine Learning application used to detect unwanted or harmful emails automatically.</a:t>
            </a:r>
            <a:br>
              <a:rPr lang="en-US" sz="1900" dirty="0"/>
            </a:br>
            <a:r>
              <a:rPr lang="en-US" sz="1900" dirty="0"/>
              <a:t>This project uses </a:t>
            </a:r>
            <a:r>
              <a:rPr lang="en-US" sz="1900" b="1" dirty="0"/>
              <a:t>Logistic Regression</a:t>
            </a:r>
            <a:r>
              <a:rPr lang="en-US" sz="1900" dirty="0"/>
              <a:t>, a simple and effective algorithm for </a:t>
            </a:r>
            <a:r>
              <a:rPr lang="en-US" sz="1900" b="1" dirty="0"/>
              <a:t>binary classification</a:t>
            </a:r>
            <a:r>
              <a:rPr lang="en-US" sz="1900" dirty="0"/>
              <a:t> (Spam / Not Spam).</a:t>
            </a:r>
          </a:p>
          <a:p>
            <a:r>
              <a:rPr lang="en-US" sz="1900" dirty="0"/>
              <a:t>Other algorithms like </a:t>
            </a:r>
            <a:r>
              <a:rPr lang="en-US" sz="1900" b="1" dirty="0"/>
              <a:t>Naive Bayes</a:t>
            </a:r>
            <a:r>
              <a:rPr lang="en-US" sz="1900" dirty="0"/>
              <a:t>, </a:t>
            </a:r>
            <a:r>
              <a:rPr lang="en-US" sz="1900" b="1" dirty="0"/>
              <a:t>SVM</a:t>
            </a:r>
            <a:r>
              <a:rPr lang="en-US" sz="1900" dirty="0"/>
              <a:t>, and </a:t>
            </a:r>
            <a:r>
              <a:rPr lang="en-US" sz="1900" b="1" dirty="0"/>
              <a:t>Decision Trees</a:t>
            </a:r>
            <a:r>
              <a:rPr lang="en-US" sz="1900" dirty="0"/>
              <a:t> have been used, but Logistic Regression is preferred for its </a:t>
            </a:r>
            <a:r>
              <a:rPr lang="en-US" sz="1900" b="1" dirty="0"/>
              <a:t>simplicity</a:t>
            </a:r>
            <a:r>
              <a:rPr lang="en-US" sz="1900" dirty="0"/>
              <a:t>, </a:t>
            </a:r>
            <a:r>
              <a:rPr lang="en-US" sz="1900" b="1" dirty="0"/>
              <a:t>speed</a:t>
            </a:r>
            <a:r>
              <a:rPr lang="en-US" sz="1900" dirty="0"/>
              <a:t>, and </a:t>
            </a:r>
            <a:r>
              <a:rPr lang="en-US" sz="1900" b="1" dirty="0"/>
              <a:t>accuracy</a:t>
            </a:r>
            <a:r>
              <a:rPr lang="en-US" sz="1900" dirty="0"/>
              <a:t>.</a:t>
            </a:r>
          </a:p>
          <a:p>
            <a:r>
              <a:rPr lang="en-US" sz="2200" b="1" dirty="0"/>
              <a:t>Algorithm Steps:</a:t>
            </a:r>
            <a:endParaRPr lang="en-US" sz="2200" dirty="0"/>
          </a:p>
          <a:p>
            <a:r>
              <a:rPr lang="en-US" sz="2200" dirty="0"/>
              <a:t>Input email dataset (Spam / Not Spam).</a:t>
            </a:r>
          </a:p>
          <a:p>
            <a:r>
              <a:rPr lang="en-US" sz="2200" dirty="0"/>
              <a:t>Preprocess text – remove </a:t>
            </a:r>
            <a:r>
              <a:rPr lang="en-US" sz="2200" dirty="0" err="1"/>
              <a:t>stopwords</a:t>
            </a:r>
            <a:r>
              <a:rPr lang="en-US" sz="2200" dirty="0"/>
              <a:t>, convert to lowercase, and vectorize text.</a:t>
            </a:r>
          </a:p>
          <a:p>
            <a:r>
              <a:rPr lang="en-US" sz="2200" dirty="0"/>
              <a:t>Train the Logistic Regression model.</a:t>
            </a:r>
          </a:p>
          <a:p>
            <a:r>
              <a:rPr lang="en-US" sz="2200" dirty="0"/>
              <a:t>Predict new emails as Spam or Not Spam based on probability.</a:t>
            </a:r>
          </a:p>
          <a:p>
            <a:r>
              <a:rPr lang="en-US" sz="2200" b="1" dirty="0"/>
              <a:t>Example:</a:t>
            </a:r>
            <a:br>
              <a:rPr lang="en-US" dirty="0"/>
            </a:br>
            <a:r>
              <a:rPr lang="en-US" sz="2200" dirty="0"/>
              <a:t>“Win a free iPhone!” → Spam</a:t>
            </a:r>
            <a:br>
              <a:rPr lang="en-US" sz="2200" dirty="0"/>
            </a:br>
            <a:r>
              <a:rPr lang="en-US" sz="2200" dirty="0"/>
              <a:t>“Meeting at 10 AM.” → Not Spam</a:t>
            </a:r>
          </a:p>
          <a:p>
            <a:r>
              <a:rPr lang="en-US" sz="2200" dirty="0"/>
              <a:t> Logistic Regression provides reliable results and is suitable for small datasets, making it ideal for this project.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83FE8E47-0E22-3A49-F72D-C80805EF9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077772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0DD58CD4-DA49-D4BC-3372-F9FEE1717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954673"/>
            <a:ext cx="1847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727279"/>
              </p:ext>
            </p:extLst>
          </p:nvPr>
        </p:nvGraphicFramePr>
        <p:xfrm>
          <a:off x="1854200" y="2205222"/>
          <a:ext cx="8128000" cy="283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https://github.com/RAKI-MAX/Artificial-Intelligence-/blob/main/ai%20mini%20project%20program.docx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https://github.com/RAKI-MAX/Artificial-Intelligence-/blob/main/Ai%20mini%20project.docx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11744-1841-7314-5231-7CC4C07D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267326"/>
            <a:ext cx="11150600" cy="5454149"/>
          </a:xfrm>
        </p:spPr>
        <p:txBody>
          <a:bodyPr/>
          <a:lstStyle/>
          <a:p>
            <a:pPr lvl="0"/>
            <a:r>
              <a:rPr lang="en-US" u="sng" dirty="0"/>
              <a:t>Outputs:</a:t>
            </a:r>
          </a:p>
          <a:p>
            <a:pPr lvl="0"/>
            <a:endParaRPr lang="en-US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57C2241-1AE0-826B-FFDB-EFFD0EA9D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41" y="1804792"/>
            <a:ext cx="9831626" cy="2242275"/>
          </a:xfrm>
          <a:prstGeom prst="rect">
            <a:avLst/>
          </a:prstGeom>
        </p:spPr>
      </p:pic>
      <p:pic>
        <p:nvPicPr>
          <p:cNvPr id="10" name="Content Placeholder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D8615D9-6531-1CFB-C130-1D18CD413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33" y="4208121"/>
            <a:ext cx="10092267" cy="207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pic>
        <p:nvPicPr>
          <p:cNvPr id="11" name="Content Placeholder 10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B086D039-9F24-4BE4-A4A0-F425DD6079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67" y="1434699"/>
            <a:ext cx="10515600" cy="1373989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219495-BD40-916A-A253-21BF4E82CE16}"/>
              </a:ext>
            </a:extLst>
          </p:cNvPr>
          <p:cNvSpPr txBox="1"/>
          <p:nvPr/>
        </p:nvSpPr>
        <p:spPr>
          <a:xfrm>
            <a:off x="719667" y="3265654"/>
            <a:ext cx="61552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OUTPUT – Explanation:</a:t>
            </a:r>
          </a:p>
          <a:p>
            <a:pPr>
              <a:buNone/>
            </a:pPr>
            <a:endParaRPr lang="en-US" b="1" u="sng" dirty="0"/>
          </a:p>
          <a:p>
            <a:pPr>
              <a:buNone/>
            </a:pPr>
            <a:r>
              <a:rPr lang="en-US" dirty="0"/>
              <a:t>After training the Logistic Regression model with email data, the system can predict whether a new email is </a:t>
            </a:r>
            <a:r>
              <a:rPr lang="en-US" b="1" dirty="0"/>
              <a:t>Spam</a:t>
            </a:r>
            <a:r>
              <a:rPr lang="en-US" dirty="0"/>
              <a:t> or </a:t>
            </a:r>
            <a:r>
              <a:rPr lang="en-US" b="1" dirty="0"/>
              <a:t>Not Spam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When an email message is entered, the model analyzes its text and assigns a probability value between </a:t>
            </a:r>
            <a:r>
              <a:rPr lang="en-US" b="1" dirty="0"/>
              <a:t>0 and 1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value is </a:t>
            </a:r>
            <a:r>
              <a:rPr lang="en-US" b="1" dirty="0"/>
              <a:t>greater than 0.5 → Spam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value is </a:t>
            </a:r>
            <a:r>
              <a:rPr lang="en-US" b="1" dirty="0"/>
              <a:t>less than or equal to 0.5 → Not Spam</a:t>
            </a:r>
            <a:endParaRPr lang="en-US" dirty="0"/>
          </a:p>
          <a:p>
            <a:pPr>
              <a:buNone/>
            </a:pPr>
            <a:r>
              <a:rPr lang="en-US" dirty="0"/>
              <a:t>The output is displayed as a label — either </a:t>
            </a:r>
            <a:r>
              <a:rPr lang="en-US" b="1" dirty="0"/>
              <a:t>“Spam”</a:t>
            </a:r>
            <a:r>
              <a:rPr lang="en-US" dirty="0"/>
              <a:t> or </a:t>
            </a:r>
            <a:r>
              <a:rPr lang="en-US" b="1" dirty="0"/>
              <a:t>“Not Spam.”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lvl="0"/>
            <a:r>
              <a:rPr lang="en-GB" dirty="0"/>
              <a:t>At least 5 Resources that you referred (May be books/on-line resources (E-Books, standard Videos and blogs Strictly no conversational agents like ChatGPT, Gemini etc.,)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604</Words>
  <Application>Microsoft Office PowerPoint</Application>
  <PresentationFormat>Widescreen</PresentationFormat>
  <Paragraphs>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DEPARTMENT OF CSE (ARTIFICIAL INTELLIGENCE AND MACHINE LEARNING) ACADEMIC YEAR 2025 - 2026 SEMESTER III ARTIFICIAL INTELLIGENCE LABORATORY  MINI PROJECT REVIEW   spam email clasiffer.using logistic regression</vt:lpstr>
      <vt:lpstr>PROBLEM STATEMENT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Rakesh Jc</cp:lastModifiedBy>
  <cp:revision>6</cp:revision>
  <dcterms:created xsi:type="dcterms:W3CDTF">2025-10-18T08:57:34Z</dcterms:created>
  <dcterms:modified xsi:type="dcterms:W3CDTF">2025-11-03T17:05:56Z</dcterms:modified>
</cp:coreProperties>
</file>